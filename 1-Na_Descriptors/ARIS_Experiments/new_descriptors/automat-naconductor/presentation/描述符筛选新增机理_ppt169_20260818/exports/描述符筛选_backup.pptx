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2" r:id="rId6"/>
    <p:sldId id="266" r:id="rId7"/>
    <p:sldId id="265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355" autoAdjust="0"/>
  </p:normalViewPr>
  <p:slideViewPr>
    <p:cSldViewPr snapToGrid="0" snapToObjects="1">
      <p:cViewPr varScale="1">
        <p:scale>
          <a:sx n="111" d="100"/>
          <a:sy n="111" d="100"/>
        </p:scale>
        <p:origin x="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不是来宣布我们又找到了一个更高的相关系数。第一轮筛选已经告诉我们，光把候选量按分数排队，很容易得到漂亮的结果。但上次老师现场问的两个问题，一个问描述符会不会重复，一个问空位能不能只靠结构文件找准，其实都在追问同一件事：这个高分到底是不是材料本身的规律？</a:t>
            </a:r>
          </a:p>
          <a:p>
            <a:endParaRPr lang="en-US" dirty="0"/>
          </a:p>
          <a:p>
            <a:r>
              <a:rPr lang="zh-CN" dirty="0"/>
              <a:t>所以第二代算法不再只负责找高分，还要负责不断排除那些可能让我们误判的来源。要理解为什么算法要重写，先说清楚第一轮做了什么、跑完以后发现了什么问题。</a:t>
            </a:r>
          </a:p>
          <a:p>
            <a:endParaRPr lang="en-US" dirty="0"/>
          </a:p>
          <a:p>
            <a:r>
              <a:rPr lang="zh-CN" dirty="0"/>
              <a:t>这一页给三个目标：第一，在钠超离子导体、硫化物和卤化物里，找到与室温钠离子电导率稳定相关的结构量；第二，判断这个相关性在扣掉“材料属于哪一类”的影响之后还在不在；第三，确认每个描述符的名字、公式和实际算出来的数值说的是同一个物理量。</a:t>
            </a:r>
          </a:p>
          <a:p>
            <a:endParaRPr lang="en-US" dirty="0"/>
          </a:p>
          <a:p>
            <a:r>
              <a:rPr lang="zh-CN" dirty="0"/>
              <a:t>CIF 是晶体结构文件，记录原子种类和坐标的标准格式。NASICON 是钠超离子导体这一类材料的英文缩写，后面就直接说 NASICON 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第一轮的思路很直接：从结构里提取能解释离子迁移的量，看它们和电导率排序一不一致，再重复抽样看稳不稳。以当时的目标看，这套流程是合理的，它帮我们建起了可运行的筛选框架。</a:t>
            </a:r>
          </a:p>
          <a:p>
            <a:endParaRPr lang="en-US" dirty="0"/>
          </a:p>
          <a:p>
            <a:r>
              <a:rPr lang="zh-CN" dirty="0"/>
              <a:t>具体说，数据集里有晶体结构文件和对应的电导率记录。从每个结构里提取钠的键长、配位多面体的畸变程度、钠位点之间的连通网络，再叠加上两套现成工具的结果：用键价模型估算离子迁移路径的方法 SoftBV，和用几何方法找离子通道的程序 Zeo++。凑出 35 个候选量，看它们和电导率的排序是否一致。为了确认排名不是碰巧，重复抽样 200 次看排名稳不稳，还试着把一类材料整个留出来，看结论能不能迁移到没参与挑选的类别上。</a:t>
            </a:r>
          </a:p>
          <a:p>
            <a:endParaRPr lang="en-US" dirty="0"/>
          </a:p>
          <a:p>
            <a:r>
              <a:rPr lang="zh-CN" dirty="0"/>
              <a:t>但跑完以后发现五个问题。第一，全样本混在一起比，NASICON 本来电导率就高，一个只要能认出这是 NASICON 的量，全样本就会给它高分，但那不是结构规律。第二，测量标准不统一，有的文献报总电导率，有的报体相电导率，温度方法致密度都没记，我们却当成同一种东西在比。第三，候选和评价用同一批样本，试了七千多个组合，试多了必然撞上巧合。第四，描述符名字和公式不一定对得上，第一轮没查。第五，空位只靠结构文件占位，而结构文件只记被写出来的位点。</a:t>
            </a:r>
          </a:p>
          <a:p>
            <a:endParaRPr lang="en-US" dirty="0"/>
          </a:p>
          <a:p>
            <a:r>
              <a:rPr lang="zh-CN" dirty="0"/>
              <a:t>这五个问题不是加数据就能解决的，得重建筛选规则。所以现在分成两条线并行，而且算法的规则要在新数据到来之前就定死。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直接对着上一页五个问题说解法。</a:t>
            </a:r>
          </a:p>
          <a:p>
            <a:endParaRPr lang="en-US" dirty="0"/>
          </a:p>
          <a:p>
            <a:r>
              <a:rPr lang="zh-CN" dirty="0"/>
              <a:t>第一个，全样本混比。第二代先把每类材料的整体水平扣掉，只比同类内部谁高谁低。打个比方，赛跑前先把不同起跑线校正。这样能拦住一部分靠认出体系拿分的量，但它不是万能的，致密度没进表就控不了。</a:t>
            </a:r>
          </a:p>
          <a:p>
            <a:endParaRPr lang="en-US" dirty="0"/>
          </a:p>
          <a:p>
            <a:r>
              <a:rPr lang="zh-CN" dirty="0"/>
              <a:t>第二个，测量标准不统一。新数据表把总电导率、体相电导率、晶界、方法、温度、密度都分开记，一个材料多条测量时定死挑室温那条。表设计好了，规则冻结了，但体系分类还得人工填。</a:t>
            </a:r>
          </a:p>
          <a:p>
            <a:endParaRPr lang="en-US" dirty="0"/>
          </a:p>
          <a:p>
            <a:r>
              <a:rPr lang="zh-CN" dirty="0"/>
              <a:t>第三个，候选评价同批数据。所有判据在看数据前冻结，组合时限制物理意义和量纲，不让算法随便拼。但留一体系验证现在被删了，是必须补的。</a:t>
            </a:r>
          </a:p>
          <a:p>
            <a:endParaRPr lang="en-US" dirty="0"/>
          </a:p>
          <a:p>
            <a:r>
              <a:rPr lang="zh-CN" dirty="0"/>
              <a:t>第四个，名实不符。给每个描述符建身份证，还用七种等价写法去探：同一个晶体换原点、拆占位、抖坐标，描述符值变不变。41 个已登记，205 处身份字段还没查完。</a:t>
            </a:r>
          </a:p>
          <a:p>
            <a:endParaRPr lang="en-US" dirty="0"/>
          </a:p>
          <a:p>
            <a:r>
              <a:rPr lang="zh-CN" dirty="0"/>
              <a:t>第五个，空位。分四层，从几何空腔到键价能垒，再到密度泛函和分子动力学，低成本找候选，高成本做验证。但目前只有第一层有旧数据，第二层缺可执行文件，第三四层要外部算力。</a:t>
            </a:r>
          </a:p>
          <a:p>
            <a:endParaRPr lang="en-US" dirty="0"/>
          </a:p>
          <a:p>
            <a:r>
              <a:rPr lang="zh-CN" dirty="0"/>
              <a:t>四层方案展开说：几何空腔用 Zeo++ 找离子通道，完全不用钠的坐标；键价能垒 BVSE 是一种估算离子迁移能量的方法，也不用钠坐标；第三层是密度泛函理论计算 DFT，从量子力学算材料性质的方法；第四层是分子动力学模拟 AIMD，让原子在高温下运动来观察离子迁移。越往后越准，也越贵，所以用低成本方法筛候选，高成本方法做验证。</a:t>
            </a:r>
          </a:p>
          <a:p>
            <a:endParaRPr lang="en-US" dirty="0"/>
          </a:p>
          <a:p>
            <a:r>
              <a:rPr lang="zh-CN" dirty="0"/>
              <a:t>注意，这些是第二代打算怎么做和做到哪一步，不是已经跑出结果。第二代目前在新数据上零结果。其中组合描述符那块，单独说清楚。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第一轮组合描述符的方式，是把候选量用加减乘除任意组合，两批各试了 3544 个公式，按分数挑。问题在于容易拼出数学上能算、材料上说不通的式子，比如畸变乘最长键长除以目标键长，为什么这么乘？解释不清。</a:t>
            </a:r>
          </a:p>
          <a:p>
            <a:endParaRPr lang="en-US" dirty="0"/>
          </a:p>
          <a:p>
            <a:r>
              <a:rPr lang="zh-CN" dirty="0"/>
              <a:t>第二代换了个思路：先把描述符按材料意义分组，局域配位（键长、畸变）、钠的网络（钠钠连通）、骨架（多面体）、组成（浓度、电荷），每组挑一个代表，只允许有物理意义的组合，而且检查量纲：长度加长度可以，长度加一个无量纲的数就不行。这样组合空间小很多，每个留下来的组合都有材料解释。</a:t>
            </a:r>
          </a:p>
          <a:p>
            <a:endParaRPr lang="en-US" dirty="0"/>
          </a:p>
          <a:p>
            <a:r>
              <a:rPr lang="zh-CN" dirty="0"/>
              <a:t>但要说清楚，这还没完全解决试多了撞巧合的问题，统计上自动去重和嵌套外推验证还没做。把前面的内容收一下，看看现在到底能说到哪一步。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两代描述符筛选阶段性汇报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两代描述符筛选阶段性汇报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55357"/>
            <a:chOff x="441198" y="463868"/>
            <a:chExt cx="11293602" cy="95535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强相关描述符筛选｜阶段性汇报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6894516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这次要解决的不是“谁的相关</a:t>
              </a:r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性</a:t>
              </a:r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最</a:t>
              </a:r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强</a:t>
              </a:r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”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45770" y="2081212"/>
            <a:ext cx="4873129" cy="1637539"/>
            <a:chOff x="445770" y="2081212"/>
            <a:chExt cx="4873129" cy="1637539"/>
          </a:xfrm>
        </p:grpSpPr>
        <p:sp>
          <p:nvSpPr>
            <p:cNvPr id="6" name="TextBox 6"/>
            <p:cNvSpPr txBox="1"/>
            <p:nvPr/>
          </p:nvSpPr>
          <p:spPr>
            <a:xfrm>
              <a:off x="445770" y="208121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找到一个高分描述符不难。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2519362"/>
              <a:ext cx="479345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难的是确认它反映的是材料结构，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5770" y="2900362"/>
              <a:ext cx="4873129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而不是材料体系、数据记录方式或 CIF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0342" y="3454718"/>
              <a:ext cx="4507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CIF：晶体结构文件，记录原子种类与坐标的标准格式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" y="4249006"/>
            <a:ext cx="7828514" cy="1820989"/>
            <a:chOff x="438150" y="4457700"/>
            <a:chExt cx="7828514" cy="1820989"/>
          </a:xfrm>
        </p:grpSpPr>
        <p:sp>
          <p:nvSpPr>
            <p:cNvPr id="11" name="Line 11"/>
            <p:cNvSpPr/>
            <p:nvPr/>
          </p:nvSpPr>
          <p:spPr>
            <a:xfrm>
              <a:off x="457200" y="445770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8818" y="46415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本次汇报关注三个材料问题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8818" y="5022532"/>
              <a:ext cx="7817846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在 NASICON、硫化物和卤化物里，找到与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室温 </a:t>
              </a:r>
              <a:r>
                <a:rPr lang="en-US" alt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 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离子电导率稳定相关的结构量</a:t>
              </a:r>
            </a:p>
            <a:p>
              <a:pPr algn="l"/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5324475"/>
              <a:ext cx="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8150" y="5487147"/>
              <a:ext cx="516006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掉“材料属于哪一类”的影响后，相关性是否还在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8818" y="5955982"/>
              <a:ext cx="46480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描述符的名字、公式和实际算出的数是否一致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451104" y="63569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第一轮做了什么、发现问题 → 第二轮怎么逐条解决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强相关描述符筛选｜阶段性汇报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89707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第一轮做了什么，跑完以后发现了什么问题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50342" y="1759268"/>
            <a:ext cx="11284458" cy="1329856"/>
            <a:chOff x="450342" y="1759268"/>
            <a:chExt cx="11284458" cy="1329856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759268"/>
              <a:ext cx="3639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第一轮流程（跑通可批量比较的筛选框架）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2076450"/>
              <a:ext cx="19050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0236" y="21974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0562" y="2458402"/>
              <a:ext cx="11382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CIF + 电导率记录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67000" y="2076450"/>
              <a:ext cx="19050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158300" y="2197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提取结构量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07411" y="2458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键长、畸变、连通网络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876800" y="2076450"/>
              <a:ext cx="19050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77231" y="2197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叠加现成工具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13169" y="2458402"/>
              <a:ext cx="1032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SoftBV、Zeo++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86600" y="2076450"/>
              <a:ext cx="19050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32421" y="21974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35 候选量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9038" y="2458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看排序是否一致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296400" y="2076450"/>
              <a:ext cx="24384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68164" y="21974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重复抽样 + 留一类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15538" y="2458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看稳定、看迁移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362200" y="2381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4572000" y="2381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781800" y="2381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991600" y="2381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8224" y="2904458"/>
              <a:ext cx="507831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SoftBV：用键价模型估算离子迁移路径；Zeo++：用几何方法找离子通道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0342" y="3359468"/>
            <a:ext cx="11284458" cy="2846936"/>
            <a:chOff x="450342" y="3359468"/>
            <a:chExt cx="11284458" cy="2846936"/>
          </a:xfrm>
        </p:grpSpPr>
        <p:sp>
          <p:nvSpPr>
            <p:cNvPr id="28" name="TextBox 28"/>
            <p:cNvSpPr txBox="1"/>
            <p:nvPr/>
          </p:nvSpPr>
          <p:spPr>
            <a:xfrm>
              <a:off x="450342" y="335946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跑完以后暴露的五个问题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57200" y="36576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8066" y="38109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99666" y="38109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具体表现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57200" y="4019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542" y="4121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06823" y="4112419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全样本混在一起比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64604" y="4120515"/>
              <a:ext cx="51745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只要能区分 NASICON / 卤化物，全样本就自动跟电导率“强相关”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57200" y="4400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  <a:custDash>
                <a:ds d="200000" sp="400000"/>
              </a:custDash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6542" y="4502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二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457200" y="4781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  <a:custDash>
                <a:ds d="200000" sp="400000"/>
              </a:custDash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6542" y="4883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06823" y="450427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候选和评价同批数据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64604" y="4489323"/>
              <a:ext cx="51048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35 候选 + 七千多符号组合全在同一样本上挑和打分，没有独立验证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457200" y="516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  <a:custDash>
                <a:ds d="200000" sp="400000"/>
              </a:custDash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6542" y="5264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06823" y="5255419"/>
              <a:ext cx="1558119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dirty="0">
                  <a:solidFill>
                    <a:schemeClr val="dk1"/>
                  </a:solidFill>
                </a:rPr>
                <a:t>外推描述符是否可靠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64604" y="5263515"/>
              <a:ext cx="7453964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通过</a:t>
              </a:r>
              <a:r>
                <a:rPr lang="en-US" alt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LOFO</a:t>
              </a:r>
              <a:r>
                <a:rPr lang="zh-CN" alt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en-US" alt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LOAO</a:t>
              </a:r>
              <a:r>
                <a:rPr lang="zh-CN" alt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的手段计算描述符在不同体系，不同阴离子场景下的相关性，种类太少有过拟合风险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Line 48"/>
            <p:cNvSpPr/>
            <p:nvPr/>
          </p:nvSpPr>
          <p:spPr>
            <a:xfrm>
              <a:off x="457200" y="5543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  <a:custDash>
                <a:ds d="200000" sp="400000"/>
              </a:custDash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6542" y="5645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06823" y="4877896"/>
              <a:ext cx="1549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空位只靠 CIF 占位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364604" y="4885992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只记被精修或建模写出来的位点，没写的不算，混合价无序也看不清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1396" y="5998655"/>
              <a:ext cx="467435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这五个问题</a:t>
              </a:r>
              <a:r>
                <a:rPr lang="zh-CN" alt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只靠扩充</a:t>
              </a:r>
              <a:r>
                <a:rPr lang="zh-CN" altLang="en-US" sz="1350" b="1" dirty="0">
                  <a:solidFill>
                    <a:schemeClr val="accent1"/>
                  </a:solidFill>
                </a:rPr>
                <a:t>数据集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解决不了，</a:t>
              </a:r>
              <a:r>
                <a:rPr lang="zh-CN" alt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</a:t>
              </a:r>
              <a:r>
                <a:rPr lang="zh-CN" altLang="en-US" sz="1350" b="1" dirty="0">
                  <a:solidFill>
                    <a:schemeClr val="accent1"/>
                  </a:solidFill>
                </a:rPr>
                <a:t>添加新的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筛选规则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54" name="TextBox 54"/>
            <p:cNvSpPr txBox="1"/>
            <p:nvPr/>
          </p:nvSpPr>
          <p:spPr>
            <a:xfrm>
              <a:off x="451104" y="63569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第一轮做了什么、发现问题 → 第二轮怎么逐条解决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  <p:sp>
        <p:nvSpPr>
          <p:cNvPr id="59" name="TextBox 46">
            <a:extLst>
              <a:ext uri="{FF2B5EF4-FFF2-40B4-BE49-F238E27FC236}">
                <a16:creationId xmlns:a16="http://schemas.microsoft.com/office/drawing/2014/main" id="{0DF804D0-B741-0317-84A1-6A27F87E3856}"/>
              </a:ext>
            </a:extLst>
          </p:cNvPr>
          <p:cNvSpPr txBox="1"/>
          <p:nvPr/>
        </p:nvSpPr>
        <p:spPr>
          <a:xfrm>
            <a:off x="1306823" y="5648135"/>
            <a:ext cx="1837041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350" dirty="0">
                <a:solidFill>
                  <a:schemeClr val="dk1"/>
                </a:solidFill>
              </a:rPr>
              <a:t>描述符依靠精确</a:t>
            </a:r>
            <a:r>
              <a:rPr lang="en-US" altLang="zh-CN" sz="1350" dirty="0">
                <a:solidFill>
                  <a:schemeClr val="dk1"/>
                </a:solidFill>
              </a:rPr>
              <a:t>CIF</a:t>
            </a:r>
            <a:r>
              <a:rPr lang="zh-CN" altLang="en-US" sz="1350" dirty="0">
                <a:solidFill>
                  <a:schemeClr val="dk1"/>
                </a:solidFill>
              </a:rPr>
              <a:t>构建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1" name="TextBox 47">
            <a:extLst>
              <a:ext uri="{FF2B5EF4-FFF2-40B4-BE49-F238E27FC236}">
                <a16:creationId xmlns:a16="http://schemas.microsoft.com/office/drawing/2014/main" id="{1D641A37-2188-9CC6-1E35-7E7A6D0A4382}"/>
              </a:ext>
            </a:extLst>
          </p:cNvPr>
          <p:cNvSpPr txBox="1"/>
          <p:nvPr/>
        </p:nvSpPr>
        <p:spPr>
          <a:xfrm>
            <a:off x="3357803" y="5643563"/>
            <a:ext cx="2289088" cy="1969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很难从材料设计上给出可靠指导</a:t>
            </a:r>
            <a:endParaRPr lang="zh-CN" sz="128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55357"/>
            <a:chOff x="441198" y="463868"/>
            <a:chExt cx="11293602" cy="95535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强相关描述符筛选｜阶段性汇报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1622239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解决</a:t>
              </a:r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办法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1749742"/>
            <a:ext cx="11277600" cy="3619500"/>
            <a:chOff x="457200" y="2057400"/>
            <a:chExt cx="11277600" cy="3619500"/>
          </a:xfrm>
        </p:grpSpPr>
        <p:sp>
          <p:nvSpPr>
            <p:cNvPr id="8" name="Rectangle 8"/>
            <p:cNvSpPr/>
            <p:nvPr/>
          </p:nvSpPr>
          <p:spPr>
            <a:xfrm>
              <a:off x="457200" y="2057400"/>
              <a:ext cx="112776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3504" y="21755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第一轮的问题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75304" y="21755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第二代怎么解决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3504" y="21755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现在能做到哪一步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429000" y="20574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077200" y="20574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7200" y="24384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3123" y="2567464"/>
              <a:ext cx="1695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 全样本混在一起比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75304" y="25755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先扣掉每一类体系的平均水平，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75304" y="28041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只比同类材料内部谁高谁低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24331" y="2665154"/>
              <a:ext cx="309539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chemeClr val="accent3"/>
                  </a:solidFill>
                </a:rPr>
                <a:t>能做到分辨出这是 </a:t>
              </a:r>
              <a:r>
                <a:rPr lang="en-US" altLang="zh-CN" sz="1200" dirty="0">
                  <a:solidFill>
                    <a:schemeClr val="accent3"/>
                  </a:solidFill>
                </a:rPr>
                <a:t>NASICON </a:t>
              </a:r>
              <a:r>
                <a:rPr lang="zh-CN" altLang="en-US" sz="1200" dirty="0">
                  <a:solidFill>
                    <a:schemeClr val="accent3"/>
                  </a:solidFill>
                </a:rPr>
                <a:t>导致拿到高分的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57200" y="3086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7200" y="3086100"/>
              <a:ext cx="11277600" cy="64770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123" y="3215164"/>
              <a:ext cx="1679947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二 </a:t>
              </a:r>
              <a:r>
                <a:rPr lang="zh-CN" altLang="en-US" sz="1280" b="1" dirty="0">
                  <a:solidFill>
                    <a:schemeClr val="accent2"/>
                  </a:solidFill>
                </a:rPr>
                <a:t>候选和评价同批数据</a:t>
              </a:r>
              <a:endPara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75304" y="322326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新数据表把总/体相/晶界/方法/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75304" y="3451860"/>
              <a:ext cx="1966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温度/形态/相对密度分开记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4" y="3223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表已设计、室温挑选规则冻结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24266" y="3468052"/>
              <a:ext cx="18466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chemeClr val="accent3"/>
                  </a:solidFill>
                </a:rPr>
                <a:t>体系分类枚举值待人工填定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57200" y="37338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7200" y="37338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3123" y="3954399"/>
              <a:ext cx="1843453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</a:t>
              </a:r>
              <a:r>
                <a:rPr lang="en-US" altLang="zh-CN" sz="1280" b="1" dirty="0">
                  <a:solidFill>
                    <a:schemeClr val="accent2"/>
                  </a:solidFill>
                </a:rPr>
                <a:t> </a:t>
              </a:r>
              <a:r>
                <a:rPr lang="zh-CN" alt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无物理意义组合描述符</a:t>
              </a:r>
              <a:endPara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68532" y="3928491"/>
              <a:ext cx="200054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chemeClr val="dk1"/>
                  </a:solidFill>
                </a:rPr>
                <a:t>未找到低成本准确的解决方案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23504" y="3870960"/>
              <a:ext cx="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457200" y="4381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57200" y="4381500"/>
              <a:ext cx="11277600" cy="64770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3123" y="4574476"/>
              <a:ext cx="1679947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四 </a:t>
              </a:r>
              <a:r>
                <a:rPr lang="zh-CN" alt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外推</a:t>
              </a:r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描述符</a:t>
              </a:r>
              <a:r>
                <a:rPr lang="zh-CN" alt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是否可靠</a:t>
              </a:r>
              <a:endPara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75304" y="4518660"/>
              <a:ext cx="310662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第一代只对 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</a:t>
              </a:r>
              <a:r>
                <a:rPr lang="zh-CN" alt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个候选做了单变量 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LOFO/LOAO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75304" y="4747260"/>
              <a:ext cx="230832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b="0" i="0" dirty="0">
                  <a:effectLst/>
                  <a:latin typeface="SF Pro Text"/>
                </a:rPr>
                <a:t>每个体系内打乱标签算统计显著性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3504" y="4518660"/>
              <a:ext cx="2393284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打乱样本重组，组内少于</a:t>
              </a:r>
              <a:r>
                <a:rPr lang="en-US" alt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5</a:t>
              </a:r>
              <a:r>
                <a:rPr lang="zh-CN" alt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个样本的</a:t>
              </a:r>
              <a:endParaRPr lang="en-US" alt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alt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不报这个体系的结果</a:t>
              </a:r>
              <a:endParaRPr lang="en-US" alt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4266" y="4763452"/>
              <a:ext cx="6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0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Line 41"/>
            <p:cNvSpPr/>
            <p:nvPr/>
          </p:nvSpPr>
          <p:spPr>
            <a:xfrm>
              <a:off x="457200" y="50292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57200" y="50292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3123" y="5158264"/>
              <a:ext cx="1617430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 </a:t>
              </a:r>
              <a:r>
                <a:rPr lang="zh-CN" altLang="en-US" sz="1280" b="1" dirty="0">
                  <a:solidFill>
                    <a:schemeClr val="accent2"/>
                  </a:solidFill>
                </a:rPr>
                <a:t>描述符依靠精确</a:t>
              </a:r>
              <a:r>
                <a:rPr lang="en-US" altLang="zh-CN" sz="1280" b="1" dirty="0">
                  <a:solidFill>
                    <a:schemeClr val="accent2"/>
                  </a:solidFill>
                </a:rPr>
                <a:t>CIF</a:t>
              </a:r>
              <a:endPara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75304" y="5184576"/>
              <a:ext cx="10772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chemeClr val="dk1"/>
                  </a:solidFill>
                </a:rPr>
                <a:t>添加</a:t>
              </a:r>
              <a:r>
                <a:rPr lang="zh-CN" alt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新的描述符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23504" y="51663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第一层有旧数据未接后端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24266" y="54111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第二层缺可执行文件、三四层要算力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51" name="TextBox 51"/>
            <p:cNvSpPr txBox="1"/>
            <p:nvPr/>
          </p:nvSpPr>
          <p:spPr>
            <a:xfrm>
              <a:off x="451104" y="63569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第一轮做了什么、发现问题 → 第二轮怎么逐条解决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  <p:sp>
        <p:nvSpPr>
          <p:cNvPr id="54" name="TextBox 26">
            <a:extLst>
              <a:ext uri="{FF2B5EF4-FFF2-40B4-BE49-F238E27FC236}">
                <a16:creationId xmlns:a16="http://schemas.microsoft.com/office/drawing/2014/main" id="{8099AFE7-7351-8819-DF3A-90A689CC07CB}"/>
              </a:ext>
            </a:extLst>
          </p:cNvPr>
          <p:cNvSpPr txBox="1"/>
          <p:nvPr/>
        </p:nvSpPr>
        <p:spPr>
          <a:xfrm>
            <a:off x="8224331" y="3641466"/>
            <a:ext cx="2111437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accent3"/>
                </a:solidFill>
              </a:rPr>
              <a:t>把描述符按材料意义分组</a:t>
            </a:r>
            <a:endParaRPr lang="en-US" altLang="zh-CN" sz="1200" dirty="0">
              <a:solidFill>
                <a:schemeClr val="accent3"/>
              </a:solidFill>
            </a:endParaRPr>
          </a:p>
          <a:p>
            <a:pPr algn="l"/>
            <a:r>
              <a:rPr lang="zh-CN" altLang="en-US" sz="1200" dirty="0">
                <a:solidFill>
                  <a:schemeClr val="accent3"/>
                </a:solidFill>
              </a:rPr>
              <a:t>只允许有物理意义的组合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强相关描述符筛选｜阶段性汇报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47365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第二代怎样组合描述符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9580" y="1743075"/>
            <a:ext cx="5265420" cy="293370"/>
            <a:chOff x="449580" y="1743075"/>
            <a:chExt cx="526542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449580" y="174307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两个描述符搭在一起看，第一代和第二代的搭法完全不同。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2133600"/>
            <a:ext cx="11277600" cy="2971800"/>
            <a:chOff x="457200" y="2133600"/>
            <a:chExt cx="11277600" cy="2971800"/>
          </a:xfrm>
        </p:grpSpPr>
        <p:sp>
          <p:nvSpPr>
            <p:cNvPr id="8" name="Rectangle 8"/>
            <p:cNvSpPr/>
            <p:nvPr/>
          </p:nvSpPr>
          <p:spPr>
            <a:xfrm>
              <a:off x="457200" y="2133600"/>
              <a:ext cx="112776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904" y="2251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对比维度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61104" y="225171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3504" y="225171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第二代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038600" y="21336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001000" y="21336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7200" y="25146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5523" y="264366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怎么搭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61104" y="2632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列出七千多个公式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61866" y="28775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加减乘除任意组合，按分数挑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23504" y="26327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先按材料意义分组挑代表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24266" y="28775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只允许有物理意义的组合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57200" y="31623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7200" y="3162300"/>
              <a:ext cx="11277600" cy="64770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5523" y="32913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举个例子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61104" y="3280410"/>
              <a:ext cx="2176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“畸变 × 最长键长 ÷ 目标键长”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61866" y="35252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能算，但材料上说不清为什么这么乘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4" y="32804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局域配位配网络配骨架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24266" y="35252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每类挑一个，看加减乘除是否说得通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57200" y="3810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7200" y="38100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523" y="39390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量纲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55008" y="4063746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不管，只看分数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23504" y="39090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长度加长度可以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23504" y="4156710"/>
              <a:ext cx="138499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长度加</a:t>
              </a:r>
              <a:r>
                <a:rPr lang="zh-CN" alt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无关参数</a:t>
              </a:r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不行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57200" y="4457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7200" y="4457700"/>
              <a:ext cx="11277600" cy="64770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5523" y="45867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61104" y="457581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容易拼出“高分但材料上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61104" y="4804410"/>
              <a:ext cx="12318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解释不通”的公式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3504" y="45758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组合空间小很多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3504" y="48044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每个组合都有材料解释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451104" y="63569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第一轮做了什么、发现问题 → 第二轮怎么逐条解决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278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752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51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801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085061"/>
      </p:ext>
    </p:extLst>
  </p:cSld>
  <p:clrMapOvr>
    <a:masterClrMapping/>
  </p:clrMapOvr>
</p:sld>
</file>

<file path=ppt/theme/theme1.xml><?xml version="1.0" encoding="utf-8"?>
<a:theme xmlns:a="http://schemas.openxmlformats.org/drawingml/2006/main" name="两代描述符筛选阶段性汇报">
  <a:themeElements>
    <a:clrScheme name="两代描述符筛选阶段性汇报">
      <a:dk1>
        <a:srgbClr val="182229"/>
      </a:dk1>
      <a:lt1>
        <a:srgbClr val="FFFFFF"/>
      </a:lt1>
      <a:dk2>
        <a:srgbClr val="1F497D"/>
      </a:dk2>
      <a:lt2>
        <a:srgbClr val="EFF3F1"/>
      </a:lt2>
      <a:accent1>
        <a:srgbClr val="113B4A"/>
      </a:accent1>
      <a:accent2>
        <a:srgbClr val="C75B39"/>
      </a:accent2>
      <a:accent3>
        <a:srgbClr val="2E7D6E"/>
      </a:accent3>
      <a:accent4>
        <a:srgbClr val="113B4A"/>
      </a:accent4>
      <a:accent5>
        <a:srgbClr val="CFDAD7"/>
      </a:accent5>
      <a:accent6>
        <a:srgbClr val="647176"/>
      </a:accent6>
      <a:hlink>
        <a:srgbClr val="C75B39"/>
      </a:hlink>
      <a:folHlink>
        <a:srgbClr val="2E7D6E"/>
      </a:folHlink>
    </a:clrScheme>
    <a:fontScheme name="两代描述符筛选阶段性汇报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两代描述符筛选阶段性汇报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两代描述符筛选阶段性汇报">
  <a:themeElements>
    <a:clrScheme name="两代描述符筛选阶段性汇报">
      <a:dk1>
        <a:srgbClr val="182229"/>
      </a:dk1>
      <a:lt1>
        <a:srgbClr val="FFFFFF"/>
      </a:lt1>
      <a:dk2>
        <a:srgbClr val="1F497D"/>
      </a:dk2>
      <a:lt2>
        <a:srgbClr val="EFF3F1"/>
      </a:lt2>
      <a:accent1>
        <a:srgbClr val="113B4A"/>
      </a:accent1>
      <a:accent2>
        <a:srgbClr val="C75B39"/>
      </a:accent2>
      <a:accent3>
        <a:srgbClr val="2E7D6E"/>
      </a:accent3>
      <a:accent4>
        <a:srgbClr val="113B4A"/>
      </a:accent4>
      <a:accent5>
        <a:srgbClr val="CFDAD7"/>
      </a:accent5>
      <a:accent6>
        <a:srgbClr val="647176"/>
      </a:accent6>
      <a:hlink>
        <a:srgbClr val="C75B39"/>
      </a:hlink>
      <a:folHlink>
        <a:srgbClr val="2E7D6E"/>
      </a:folHlink>
    </a:clrScheme>
    <a:fontScheme name="两代描述符筛选阶段性汇报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两代描述符筛选阶段性汇报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2125</Words>
  <Application>Microsoft Macintosh PowerPoint</Application>
  <PresentationFormat>宽屏</PresentationFormat>
  <Paragraphs>137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SF Pro Text</vt:lpstr>
      <vt:lpstr>Arial</vt:lpstr>
      <vt:lpstr>两代描述符筛选阶段性汇报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north N1</cp:lastModifiedBy>
  <cp:revision>6</cp:revision>
  <dcterms:created xsi:type="dcterms:W3CDTF">2026-08-17T07:43:14Z</dcterms:created>
  <dcterms:modified xsi:type="dcterms:W3CDTF">2026-08-18T14:33:23Z</dcterms:modified>
  <cp:category/>
  <cp:contentStatus/>
  <dc:language/>
</cp:coreProperties>
</file>